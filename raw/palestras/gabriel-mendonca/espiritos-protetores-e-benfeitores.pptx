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5" r:id="rId1"/>
  </p:sldMasterIdLst>
  <p:sldIdLst>
    <p:sldId id="256" r:id="rId2"/>
    <p:sldId id="258" r:id="rId3"/>
    <p:sldId id="277" r:id="rId4"/>
    <p:sldId id="278" r:id="rId5"/>
    <p:sldId id="279" r:id="rId6"/>
    <p:sldId id="280" r:id="rId7"/>
    <p:sldId id="281" r:id="rId8"/>
    <p:sldId id="282" r:id="rId9"/>
    <p:sldId id="267" r:id="rId10"/>
    <p:sldId id="257" r:id="rId11"/>
    <p:sldId id="259" r:id="rId12"/>
    <p:sldId id="288" r:id="rId13"/>
    <p:sldId id="270" r:id="rId14"/>
    <p:sldId id="271" r:id="rId15"/>
    <p:sldId id="273" r:id="rId16"/>
    <p:sldId id="274" r:id="rId17"/>
    <p:sldId id="275" r:id="rId18"/>
    <p:sldId id="290" r:id="rId19"/>
    <p:sldId id="283" r:id="rId20"/>
    <p:sldId id="284" r:id="rId21"/>
    <p:sldId id="285" r:id="rId22"/>
    <p:sldId id="286" r:id="rId23"/>
    <p:sldId id="287" r:id="rId2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92" autoAdjust="0"/>
    <p:restoredTop sz="94660"/>
  </p:normalViewPr>
  <p:slideViewPr>
    <p:cSldViewPr snapToGrid="0">
      <p:cViewPr varScale="1">
        <p:scale>
          <a:sx n="114" d="100"/>
          <a:sy n="114" d="100"/>
        </p:scale>
        <p:origin x="150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5C2356F-2A1A-48A2-82A6-633E5EE91865}" type="datetimeFigureOut">
              <a:rPr lang="pt-BR" smtClean="0"/>
              <a:t>05/02/2023</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531A5AAF-A4EE-4138-9A31-5E3E9EF4BD0D}" type="slidenum">
              <a:rPr lang="pt-BR" smtClean="0"/>
              <a:t>‹#›</a:t>
            </a:fld>
            <a:endParaRPr lang="pt-BR"/>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5970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C2356F-2A1A-48A2-82A6-633E5EE91865}" type="datetimeFigureOut">
              <a:rPr lang="pt-BR" smtClean="0"/>
              <a:t>05/02/2023</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531A5AAF-A4EE-4138-9A31-5E3E9EF4BD0D}" type="slidenum">
              <a:rPr lang="pt-BR" smtClean="0"/>
              <a:t>‹#›</a:t>
            </a:fld>
            <a:endParaRPr lang="pt-BR"/>
          </a:p>
        </p:txBody>
      </p:sp>
    </p:spTree>
    <p:extLst>
      <p:ext uri="{BB962C8B-B14F-4D97-AF65-F5344CB8AC3E}">
        <p14:creationId xmlns:p14="http://schemas.microsoft.com/office/powerpoint/2010/main" val="20351227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C2356F-2A1A-48A2-82A6-633E5EE91865}" type="datetimeFigureOut">
              <a:rPr lang="pt-BR" smtClean="0"/>
              <a:t>05/02/2023</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531A5AAF-A4EE-4138-9A31-5E3E9EF4BD0D}" type="slidenum">
              <a:rPr lang="pt-BR" smtClean="0"/>
              <a:t>‹#›</a:t>
            </a:fld>
            <a:endParaRPr lang="pt-BR"/>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671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C2356F-2A1A-48A2-82A6-633E5EE91865}" type="datetimeFigureOut">
              <a:rPr lang="pt-BR" smtClean="0"/>
              <a:t>05/02/2023</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531A5AAF-A4EE-4138-9A31-5E3E9EF4BD0D}" type="slidenum">
              <a:rPr lang="pt-BR" smtClean="0"/>
              <a:t>‹#›</a:t>
            </a:fld>
            <a:endParaRPr lang="pt-BR"/>
          </a:p>
        </p:txBody>
      </p:sp>
    </p:spTree>
    <p:extLst>
      <p:ext uri="{BB962C8B-B14F-4D97-AF65-F5344CB8AC3E}">
        <p14:creationId xmlns:p14="http://schemas.microsoft.com/office/powerpoint/2010/main" val="28187444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5C2356F-2A1A-48A2-82A6-633E5EE91865}" type="datetimeFigureOut">
              <a:rPr lang="pt-BR" smtClean="0"/>
              <a:t>05/02/2023</a:t>
            </a:fld>
            <a:endParaRPr lang="pt-BR"/>
          </a:p>
        </p:txBody>
      </p:sp>
      <p:sp>
        <p:nvSpPr>
          <p:cNvPr id="8" name="Footer Placeholder 7"/>
          <p:cNvSpPr>
            <a:spLocks noGrp="1"/>
          </p:cNvSpPr>
          <p:nvPr>
            <p:ph type="ftr" sz="quarter" idx="11"/>
          </p:nvPr>
        </p:nvSpPr>
        <p:spPr/>
        <p:txBody>
          <a:bodyPr/>
          <a:lstStyle/>
          <a:p>
            <a:endParaRPr lang="pt-BR"/>
          </a:p>
        </p:txBody>
      </p:sp>
      <p:sp>
        <p:nvSpPr>
          <p:cNvPr id="9" name="Slide Number Placeholder 8"/>
          <p:cNvSpPr>
            <a:spLocks noGrp="1"/>
          </p:cNvSpPr>
          <p:nvPr>
            <p:ph type="sldNum" sz="quarter" idx="12"/>
          </p:nvPr>
        </p:nvSpPr>
        <p:spPr/>
        <p:txBody>
          <a:bodyPr/>
          <a:lstStyle/>
          <a:p>
            <a:fld id="{531A5AAF-A4EE-4138-9A31-5E3E9EF4BD0D}" type="slidenum">
              <a:rPr lang="pt-BR" smtClean="0"/>
              <a:t>‹#›</a:t>
            </a:fld>
            <a:endParaRPr lang="pt-BR"/>
          </a:p>
        </p:txBody>
      </p:sp>
    </p:spTree>
    <p:extLst>
      <p:ext uri="{BB962C8B-B14F-4D97-AF65-F5344CB8AC3E}">
        <p14:creationId xmlns:p14="http://schemas.microsoft.com/office/powerpoint/2010/main" val="2272010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5C2356F-2A1A-48A2-82A6-633E5EE91865}" type="datetimeFigureOut">
              <a:rPr lang="pt-BR" smtClean="0"/>
              <a:t>05/02/2023</a:t>
            </a:fld>
            <a:endParaRPr lang="pt-BR"/>
          </a:p>
        </p:txBody>
      </p:sp>
      <p:sp>
        <p:nvSpPr>
          <p:cNvPr id="4" name="Footer Placeholder 3"/>
          <p:cNvSpPr>
            <a:spLocks noGrp="1"/>
          </p:cNvSpPr>
          <p:nvPr>
            <p:ph type="ftr" sz="quarter" idx="11"/>
          </p:nvPr>
        </p:nvSpPr>
        <p:spPr/>
        <p:txBody>
          <a:bodyPr/>
          <a:lstStyle/>
          <a:p>
            <a:endParaRPr lang="pt-BR"/>
          </a:p>
        </p:txBody>
      </p:sp>
      <p:sp>
        <p:nvSpPr>
          <p:cNvPr id="5" name="Slide Number Placeholder 4"/>
          <p:cNvSpPr>
            <a:spLocks noGrp="1"/>
          </p:cNvSpPr>
          <p:nvPr>
            <p:ph type="sldNum" sz="quarter" idx="12"/>
          </p:nvPr>
        </p:nvSpPr>
        <p:spPr/>
        <p:txBody>
          <a:bodyPr/>
          <a:lstStyle/>
          <a:p>
            <a:fld id="{531A5AAF-A4EE-4138-9A31-5E3E9EF4BD0D}" type="slidenum">
              <a:rPr lang="pt-BR" smtClean="0"/>
              <a:t>‹#›</a:t>
            </a:fld>
            <a:endParaRPr lang="pt-BR"/>
          </a:p>
        </p:txBody>
      </p:sp>
    </p:spTree>
    <p:extLst>
      <p:ext uri="{BB962C8B-B14F-4D97-AF65-F5344CB8AC3E}">
        <p14:creationId xmlns:p14="http://schemas.microsoft.com/office/powerpoint/2010/main" val="16005138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5C2356F-2A1A-48A2-82A6-633E5EE91865}" type="datetimeFigureOut">
              <a:rPr lang="pt-BR" smtClean="0"/>
              <a:t>05/02/2023</a:t>
            </a:fld>
            <a:endParaRPr lang="pt-B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pt-BR"/>
          </a:p>
        </p:txBody>
      </p:sp>
      <p:sp>
        <p:nvSpPr>
          <p:cNvPr id="9" name="Slide Number Placeholder 8"/>
          <p:cNvSpPr>
            <a:spLocks noGrp="1"/>
          </p:cNvSpPr>
          <p:nvPr>
            <p:ph type="sldNum" sz="quarter" idx="12"/>
          </p:nvPr>
        </p:nvSpPr>
        <p:spPr/>
        <p:txBody>
          <a:bodyPr/>
          <a:lstStyle/>
          <a:p>
            <a:fld id="{531A5AAF-A4EE-4138-9A31-5E3E9EF4BD0D}" type="slidenum">
              <a:rPr lang="pt-BR" smtClean="0"/>
              <a:t>‹#›</a:t>
            </a:fld>
            <a:endParaRPr lang="pt-BR"/>
          </a:p>
        </p:txBody>
      </p:sp>
    </p:spTree>
    <p:extLst>
      <p:ext uri="{BB962C8B-B14F-4D97-AF65-F5344CB8AC3E}">
        <p14:creationId xmlns:p14="http://schemas.microsoft.com/office/powerpoint/2010/main" val="2455517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E5C2356F-2A1A-48A2-82A6-633E5EE91865}" type="datetimeFigureOut">
              <a:rPr lang="pt-BR" smtClean="0"/>
              <a:t>05/02/2023</a:t>
            </a:fld>
            <a:endParaRPr lang="pt-BR"/>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pt-B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31A5AAF-A4EE-4138-9A31-5E3E9EF4BD0D}" type="slidenum">
              <a:rPr lang="pt-BR" smtClean="0"/>
              <a:t>‹#›</a:t>
            </a:fld>
            <a:endParaRPr lang="pt-BR"/>
          </a:p>
        </p:txBody>
      </p:sp>
    </p:spTree>
    <p:extLst>
      <p:ext uri="{BB962C8B-B14F-4D97-AF65-F5344CB8AC3E}">
        <p14:creationId xmlns:p14="http://schemas.microsoft.com/office/powerpoint/2010/main" val="3320656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5C2356F-2A1A-48A2-82A6-633E5EE91865}" type="datetimeFigureOut">
              <a:rPr lang="pt-BR" smtClean="0"/>
              <a:t>05/02/2023</a:t>
            </a:fld>
            <a:endParaRPr lang="pt-BR"/>
          </a:p>
        </p:txBody>
      </p:sp>
      <p:sp>
        <p:nvSpPr>
          <p:cNvPr id="6" name="Footer Placeholder 5"/>
          <p:cNvSpPr>
            <a:spLocks noGrp="1"/>
          </p:cNvSpPr>
          <p:nvPr>
            <p:ph type="ftr" sz="quarter" idx="11"/>
          </p:nvPr>
        </p:nvSpPr>
        <p:spPr/>
        <p:txBody>
          <a:bodyPr/>
          <a:lstStyle/>
          <a:p>
            <a:endParaRPr lang="pt-BR"/>
          </a:p>
        </p:txBody>
      </p:sp>
      <p:sp>
        <p:nvSpPr>
          <p:cNvPr id="7" name="Slide Number Placeholder 6"/>
          <p:cNvSpPr>
            <a:spLocks noGrp="1"/>
          </p:cNvSpPr>
          <p:nvPr>
            <p:ph type="sldNum" sz="quarter" idx="12"/>
          </p:nvPr>
        </p:nvSpPr>
        <p:spPr/>
        <p:txBody>
          <a:bodyPr/>
          <a:lstStyle/>
          <a:p>
            <a:fld id="{531A5AAF-A4EE-4138-9A31-5E3E9EF4BD0D}" type="slidenum">
              <a:rPr lang="pt-BR" smtClean="0"/>
              <a:t>‹#›</a:t>
            </a:fld>
            <a:endParaRPr lang="pt-BR"/>
          </a:p>
        </p:txBody>
      </p:sp>
    </p:spTree>
    <p:extLst>
      <p:ext uri="{BB962C8B-B14F-4D97-AF65-F5344CB8AC3E}">
        <p14:creationId xmlns:p14="http://schemas.microsoft.com/office/powerpoint/2010/main" val="4187692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C2356F-2A1A-48A2-82A6-633E5EE91865}" type="datetimeFigureOut">
              <a:rPr lang="pt-BR" smtClean="0"/>
              <a:t>05/02/2023</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531A5AAF-A4EE-4138-9A31-5E3E9EF4BD0D}" type="slidenum">
              <a:rPr lang="pt-BR" smtClean="0"/>
              <a:t>‹#›</a:t>
            </a:fld>
            <a:endParaRPr lang="pt-BR"/>
          </a:p>
        </p:txBody>
      </p:sp>
    </p:spTree>
    <p:extLst>
      <p:ext uri="{BB962C8B-B14F-4D97-AF65-F5344CB8AC3E}">
        <p14:creationId xmlns:p14="http://schemas.microsoft.com/office/powerpoint/2010/main" val="3117339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C2356F-2A1A-48A2-82A6-633E5EE91865}" type="datetimeFigureOut">
              <a:rPr lang="pt-BR" smtClean="0"/>
              <a:t>05/02/2023</a:t>
            </a:fld>
            <a:endParaRPr lang="pt-BR"/>
          </a:p>
        </p:txBody>
      </p:sp>
      <p:sp>
        <p:nvSpPr>
          <p:cNvPr id="5" name="Footer Placeholder 4"/>
          <p:cNvSpPr>
            <a:spLocks noGrp="1"/>
          </p:cNvSpPr>
          <p:nvPr>
            <p:ph type="ftr" sz="quarter" idx="11"/>
          </p:nvPr>
        </p:nvSpPr>
        <p:spPr/>
        <p:txBody>
          <a:bodyPr/>
          <a:lstStyle/>
          <a:p>
            <a:endParaRPr lang="pt-BR"/>
          </a:p>
        </p:txBody>
      </p:sp>
      <p:sp>
        <p:nvSpPr>
          <p:cNvPr id="6" name="Slide Number Placeholder 5"/>
          <p:cNvSpPr>
            <a:spLocks noGrp="1"/>
          </p:cNvSpPr>
          <p:nvPr>
            <p:ph type="sldNum" sz="quarter" idx="12"/>
          </p:nvPr>
        </p:nvSpPr>
        <p:spPr/>
        <p:txBody>
          <a:bodyPr/>
          <a:lstStyle/>
          <a:p>
            <a:fld id="{531A5AAF-A4EE-4138-9A31-5E3E9EF4BD0D}" type="slidenum">
              <a:rPr lang="pt-BR" smtClean="0"/>
              <a:t>‹#›</a:t>
            </a:fld>
            <a:endParaRPr lang="pt-BR"/>
          </a:p>
        </p:txBody>
      </p:sp>
    </p:spTree>
    <p:extLst>
      <p:ext uri="{BB962C8B-B14F-4D97-AF65-F5344CB8AC3E}">
        <p14:creationId xmlns:p14="http://schemas.microsoft.com/office/powerpoint/2010/main" val="1966072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E5C2356F-2A1A-48A2-82A6-633E5EE91865}" type="datetimeFigureOut">
              <a:rPr lang="pt-BR" smtClean="0"/>
              <a:t>05/02/2023</a:t>
            </a:fld>
            <a:endParaRPr lang="pt-BR"/>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pt-BR"/>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531A5AAF-A4EE-4138-9A31-5E3E9EF4BD0D}" type="slidenum">
              <a:rPr lang="pt-BR" smtClean="0"/>
              <a:t>‹#›</a:t>
            </a:fld>
            <a:endParaRPr lang="pt-BR"/>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1246909"/>
      </p:ext>
    </p:extLst>
  </p:cSld>
  <p:clrMap bg1="lt1" tx1="dk1" bg2="lt2" tx2="dk2" accent1="accent1" accent2="accent2" accent3="accent3" accent4="accent4" accent5="accent5" accent6="accent6" hlink="hlink" folHlink="folHlink"/>
  <p:sldLayoutIdLst>
    <p:sldLayoutId id="2147483956" r:id="rId1"/>
    <p:sldLayoutId id="2147483957" r:id="rId2"/>
    <p:sldLayoutId id="2147483958" r:id="rId3"/>
    <p:sldLayoutId id="2147483959" r:id="rId4"/>
    <p:sldLayoutId id="2147483960" r:id="rId5"/>
    <p:sldLayoutId id="2147483961" r:id="rId6"/>
    <p:sldLayoutId id="2147483962" r:id="rId7"/>
    <p:sldLayoutId id="2147483963" r:id="rId8"/>
    <p:sldLayoutId id="2147483964" r:id="rId9"/>
    <p:sldLayoutId id="2147483965" r:id="rId10"/>
    <p:sldLayoutId id="2147483966"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5089F-6902-AC2E-9C12-F2292CBDC8AB}"/>
              </a:ext>
            </a:extLst>
          </p:cNvPr>
          <p:cNvSpPr>
            <a:spLocks noGrp="1"/>
          </p:cNvSpPr>
          <p:nvPr>
            <p:ph type="ctrTitle"/>
          </p:nvPr>
        </p:nvSpPr>
        <p:spPr/>
        <p:txBody>
          <a:bodyPr>
            <a:normAutofit/>
          </a:bodyPr>
          <a:lstStyle/>
          <a:p>
            <a:r>
              <a:rPr lang="en-US" sz="7200" dirty="0" err="1"/>
              <a:t>Espíritos</a:t>
            </a:r>
            <a:r>
              <a:rPr lang="en-US" sz="7200" dirty="0"/>
              <a:t> </a:t>
            </a:r>
            <a:r>
              <a:rPr lang="en-US" sz="7200" dirty="0" err="1"/>
              <a:t>Protetores</a:t>
            </a:r>
            <a:r>
              <a:rPr lang="en-US" sz="7200" dirty="0"/>
              <a:t> e </a:t>
            </a:r>
            <a:r>
              <a:rPr lang="en-US" sz="7200" dirty="0" err="1"/>
              <a:t>Benfeitores</a:t>
            </a:r>
            <a:endParaRPr lang="pt-BR" sz="7200" dirty="0"/>
          </a:p>
        </p:txBody>
      </p:sp>
      <p:sp>
        <p:nvSpPr>
          <p:cNvPr id="3" name="Subtitle 2">
            <a:extLst>
              <a:ext uri="{FF2B5EF4-FFF2-40B4-BE49-F238E27FC236}">
                <a16:creationId xmlns:a16="http://schemas.microsoft.com/office/drawing/2014/main" id="{3EBD7049-2EFF-6F92-5187-40BB6C31BDBC}"/>
              </a:ext>
            </a:extLst>
          </p:cNvPr>
          <p:cNvSpPr>
            <a:spLocks noGrp="1"/>
          </p:cNvSpPr>
          <p:nvPr>
            <p:ph type="subTitle" idx="1"/>
          </p:nvPr>
        </p:nvSpPr>
        <p:spPr/>
        <p:txBody>
          <a:bodyPr/>
          <a:lstStyle/>
          <a:p>
            <a:r>
              <a:rPr lang="en-US" dirty="0"/>
              <a:t>C. E. Emmanuel</a:t>
            </a:r>
          </a:p>
          <a:p>
            <a:r>
              <a:rPr lang="en-US" dirty="0"/>
              <a:t>06/02/2023</a:t>
            </a:r>
          </a:p>
        </p:txBody>
      </p:sp>
    </p:spTree>
    <p:extLst>
      <p:ext uri="{BB962C8B-B14F-4D97-AF65-F5344CB8AC3E}">
        <p14:creationId xmlns:p14="http://schemas.microsoft.com/office/powerpoint/2010/main" val="1104085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CE987C-44FA-7DB0-88F0-F98BE9E1BA1B}"/>
              </a:ext>
            </a:extLst>
          </p:cNvPr>
          <p:cNvSpPr>
            <a:spLocks noGrp="1"/>
          </p:cNvSpPr>
          <p:nvPr>
            <p:ph type="title"/>
          </p:nvPr>
        </p:nvSpPr>
        <p:spPr/>
        <p:txBody>
          <a:bodyPr>
            <a:noAutofit/>
          </a:bodyPr>
          <a:lstStyle/>
          <a:p>
            <a:r>
              <a:rPr lang="pt-BR" sz="4000" dirty="0"/>
              <a:t>Aos anjos guardiães e aos Espíritos protetores</a:t>
            </a:r>
          </a:p>
        </p:txBody>
      </p:sp>
      <p:sp>
        <p:nvSpPr>
          <p:cNvPr id="5" name="Text Placeholder 4">
            <a:extLst>
              <a:ext uri="{FF2B5EF4-FFF2-40B4-BE49-F238E27FC236}">
                <a16:creationId xmlns:a16="http://schemas.microsoft.com/office/drawing/2014/main" id="{5D34B692-23DD-BEE7-C57C-7B97D74C171C}"/>
              </a:ext>
            </a:extLst>
          </p:cNvPr>
          <p:cNvSpPr>
            <a:spLocks noGrp="1"/>
          </p:cNvSpPr>
          <p:nvPr>
            <p:ph type="body" idx="1"/>
          </p:nvPr>
        </p:nvSpPr>
        <p:spPr/>
        <p:txBody>
          <a:bodyPr/>
          <a:lstStyle/>
          <a:p>
            <a:r>
              <a:rPr lang="pt-BR" dirty="0"/>
              <a:t>O Evangelho Segundo o Espiritismo, cap. XXVIII, item 11</a:t>
            </a:r>
          </a:p>
        </p:txBody>
      </p:sp>
    </p:spTree>
    <p:extLst>
      <p:ext uri="{BB962C8B-B14F-4D97-AF65-F5344CB8AC3E}">
        <p14:creationId xmlns:p14="http://schemas.microsoft.com/office/powerpoint/2010/main" val="65542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D5732-1D04-6A7C-1C64-F307A9898AEA}"/>
              </a:ext>
            </a:extLst>
          </p:cNvPr>
          <p:cNvSpPr>
            <a:spLocks noGrp="1"/>
          </p:cNvSpPr>
          <p:nvPr>
            <p:ph type="title"/>
          </p:nvPr>
        </p:nvSpPr>
        <p:spPr/>
        <p:txBody>
          <a:bodyPr>
            <a:noAutofit/>
          </a:bodyPr>
          <a:lstStyle/>
          <a:p>
            <a:r>
              <a:rPr lang="pt-BR" sz="4000" dirty="0"/>
              <a:t>Aos anjos guardiães e aos Espíritos protetores</a:t>
            </a:r>
          </a:p>
        </p:txBody>
      </p:sp>
      <p:sp>
        <p:nvSpPr>
          <p:cNvPr id="3" name="Content Placeholder 2">
            <a:extLst>
              <a:ext uri="{FF2B5EF4-FFF2-40B4-BE49-F238E27FC236}">
                <a16:creationId xmlns:a16="http://schemas.microsoft.com/office/drawing/2014/main" id="{CB256D2C-8336-B56D-2758-08F027614B3B}"/>
              </a:ext>
            </a:extLst>
          </p:cNvPr>
          <p:cNvSpPr>
            <a:spLocks noGrp="1"/>
          </p:cNvSpPr>
          <p:nvPr>
            <p:ph idx="1"/>
          </p:nvPr>
        </p:nvSpPr>
        <p:spPr/>
        <p:txBody>
          <a:bodyPr>
            <a:normAutofit/>
          </a:bodyPr>
          <a:lstStyle/>
          <a:p>
            <a:pPr marL="0" indent="0">
              <a:buNone/>
            </a:pPr>
            <a:r>
              <a:rPr lang="pt-BR" sz="2800" b="1" dirty="0"/>
              <a:t>11. </a:t>
            </a:r>
            <a:r>
              <a:rPr lang="pt-BR" sz="2800" dirty="0"/>
              <a:t>PREFÁCIO.</a:t>
            </a:r>
            <a:r>
              <a:rPr lang="pt-BR" sz="2800" b="1" dirty="0"/>
              <a:t> </a:t>
            </a:r>
            <a:r>
              <a:rPr lang="pt-BR" sz="2800" dirty="0"/>
              <a:t>Todos temos, ligado a nós, desde o nosso nascimento, um Espírito bom, que nos tomou sob a sua proteção. Desempenha, junto de nós, a missão de um pai para com seu filho: a de nos conduzir pelo caminho do bem e do progresso, através das provações da vida. Sente-se feliz, quando correspondemos à sua solicitude; sofre, quando nos vê sucumbir.</a:t>
            </a:r>
          </a:p>
        </p:txBody>
      </p:sp>
    </p:spTree>
    <p:extLst>
      <p:ext uri="{BB962C8B-B14F-4D97-AF65-F5344CB8AC3E}">
        <p14:creationId xmlns:p14="http://schemas.microsoft.com/office/powerpoint/2010/main" val="1460636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D5732-1D04-6A7C-1C64-F307A9898AEA}"/>
              </a:ext>
            </a:extLst>
          </p:cNvPr>
          <p:cNvSpPr>
            <a:spLocks noGrp="1"/>
          </p:cNvSpPr>
          <p:nvPr>
            <p:ph type="title"/>
          </p:nvPr>
        </p:nvSpPr>
        <p:spPr/>
        <p:txBody>
          <a:bodyPr>
            <a:noAutofit/>
          </a:bodyPr>
          <a:lstStyle/>
          <a:p>
            <a:r>
              <a:rPr lang="pt-BR" sz="4000" dirty="0"/>
              <a:t>Aos anjos guardiães e aos Espíritos protetores</a:t>
            </a:r>
          </a:p>
        </p:txBody>
      </p:sp>
      <p:sp>
        <p:nvSpPr>
          <p:cNvPr id="3" name="Content Placeholder 2">
            <a:extLst>
              <a:ext uri="{FF2B5EF4-FFF2-40B4-BE49-F238E27FC236}">
                <a16:creationId xmlns:a16="http://schemas.microsoft.com/office/drawing/2014/main" id="{CB256D2C-8336-B56D-2758-08F027614B3B}"/>
              </a:ext>
            </a:extLst>
          </p:cNvPr>
          <p:cNvSpPr>
            <a:spLocks noGrp="1"/>
          </p:cNvSpPr>
          <p:nvPr>
            <p:ph idx="1"/>
          </p:nvPr>
        </p:nvSpPr>
        <p:spPr/>
        <p:txBody>
          <a:bodyPr>
            <a:normAutofit/>
          </a:bodyPr>
          <a:lstStyle/>
          <a:p>
            <a:pPr marL="0" indent="0">
              <a:buNone/>
            </a:pPr>
            <a:r>
              <a:rPr lang="pt-BR" sz="2800" dirty="0"/>
              <a:t>	Seu nome pouco importa, pois bem pode dar-se que não tenha nome conhecido na Terra. Invocamo-lo, então, como nosso anjo guardião, nosso bom gênio. Podemos mesmo invocá-lo sob o nome de qualquer Espírito superior, que mais viva e particular simpatia nos inspire.</a:t>
            </a:r>
          </a:p>
        </p:txBody>
      </p:sp>
    </p:spTree>
    <p:extLst>
      <p:ext uri="{BB962C8B-B14F-4D97-AF65-F5344CB8AC3E}">
        <p14:creationId xmlns:p14="http://schemas.microsoft.com/office/powerpoint/2010/main" val="42174814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D5732-1D04-6A7C-1C64-F307A9898AEA}"/>
              </a:ext>
            </a:extLst>
          </p:cNvPr>
          <p:cNvSpPr>
            <a:spLocks noGrp="1"/>
          </p:cNvSpPr>
          <p:nvPr>
            <p:ph type="title"/>
          </p:nvPr>
        </p:nvSpPr>
        <p:spPr/>
        <p:txBody>
          <a:bodyPr>
            <a:noAutofit/>
          </a:bodyPr>
          <a:lstStyle/>
          <a:p>
            <a:r>
              <a:rPr lang="pt-BR" sz="4000" dirty="0"/>
              <a:t>Aos anjos guardiães e aos Espíritos protetores</a:t>
            </a:r>
          </a:p>
        </p:txBody>
      </p:sp>
      <p:sp>
        <p:nvSpPr>
          <p:cNvPr id="3" name="Content Placeholder 2">
            <a:extLst>
              <a:ext uri="{FF2B5EF4-FFF2-40B4-BE49-F238E27FC236}">
                <a16:creationId xmlns:a16="http://schemas.microsoft.com/office/drawing/2014/main" id="{CB256D2C-8336-B56D-2758-08F027614B3B}"/>
              </a:ext>
            </a:extLst>
          </p:cNvPr>
          <p:cNvSpPr>
            <a:spLocks noGrp="1"/>
          </p:cNvSpPr>
          <p:nvPr>
            <p:ph idx="1"/>
          </p:nvPr>
        </p:nvSpPr>
        <p:spPr/>
        <p:txBody>
          <a:bodyPr>
            <a:normAutofit/>
          </a:bodyPr>
          <a:lstStyle/>
          <a:p>
            <a:pPr marL="0" indent="0">
              <a:buNone/>
            </a:pPr>
            <a:r>
              <a:rPr lang="pt-BR" sz="2800" dirty="0"/>
              <a:t>	Além do Anjo guardião, que é sempre um Espírito superior, temos Espíritos protetores que, embora menos elevados, não são menos bons e magnânimos. Contamo-los entre amigos, ou parentes, ou, até, entre pessoas que não conhecemos na existência atual. Eles nos assistem com seus conselhos e, não raro, intervindo nos atos da nossa vida.</a:t>
            </a:r>
          </a:p>
        </p:txBody>
      </p:sp>
    </p:spTree>
    <p:extLst>
      <p:ext uri="{BB962C8B-B14F-4D97-AF65-F5344CB8AC3E}">
        <p14:creationId xmlns:p14="http://schemas.microsoft.com/office/powerpoint/2010/main" val="570915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D5732-1D04-6A7C-1C64-F307A9898AEA}"/>
              </a:ext>
            </a:extLst>
          </p:cNvPr>
          <p:cNvSpPr>
            <a:spLocks noGrp="1"/>
          </p:cNvSpPr>
          <p:nvPr>
            <p:ph type="title"/>
          </p:nvPr>
        </p:nvSpPr>
        <p:spPr/>
        <p:txBody>
          <a:bodyPr>
            <a:noAutofit/>
          </a:bodyPr>
          <a:lstStyle/>
          <a:p>
            <a:r>
              <a:rPr lang="pt-BR" sz="4000" dirty="0"/>
              <a:t>Aos anjos guardiães e aos Espíritos protetores</a:t>
            </a:r>
          </a:p>
        </p:txBody>
      </p:sp>
      <p:sp>
        <p:nvSpPr>
          <p:cNvPr id="3" name="Content Placeholder 2">
            <a:extLst>
              <a:ext uri="{FF2B5EF4-FFF2-40B4-BE49-F238E27FC236}">
                <a16:creationId xmlns:a16="http://schemas.microsoft.com/office/drawing/2014/main" id="{CB256D2C-8336-B56D-2758-08F027614B3B}"/>
              </a:ext>
            </a:extLst>
          </p:cNvPr>
          <p:cNvSpPr>
            <a:spLocks noGrp="1"/>
          </p:cNvSpPr>
          <p:nvPr>
            <p:ph idx="1"/>
          </p:nvPr>
        </p:nvSpPr>
        <p:spPr/>
        <p:txBody>
          <a:bodyPr>
            <a:normAutofit/>
          </a:bodyPr>
          <a:lstStyle/>
          <a:p>
            <a:pPr marL="0" indent="0">
              <a:buNone/>
            </a:pPr>
            <a:r>
              <a:rPr lang="pt-BR" sz="2800" dirty="0"/>
              <a:t>	Espíritos simpáticos são os que se nos ligam por uma certa analogia de gostos e pendores. Podem ser bons ou maus, conforme a natureza das inclinações nossas que os atraiam.</a:t>
            </a:r>
          </a:p>
        </p:txBody>
      </p:sp>
    </p:spTree>
    <p:extLst>
      <p:ext uri="{BB962C8B-B14F-4D97-AF65-F5344CB8AC3E}">
        <p14:creationId xmlns:p14="http://schemas.microsoft.com/office/powerpoint/2010/main" val="1988173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D5732-1D04-6A7C-1C64-F307A9898AEA}"/>
              </a:ext>
            </a:extLst>
          </p:cNvPr>
          <p:cNvSpPr>
            <a:spLocks noGrp="1"/>
          </p:cNvSpPr>
          <p:nvPr>
            <p:ph type="title"/>
          </p:nvPr>
        </p:nvSpPr>
        <p:spPr/>
        <p:txBody>
          <a:bodyPr>
            <a:noAutofit/>
          </a:bodyPr>
          <a:lstStyle/>
          <a:p>
            <a:r>
              <a:rPr lang="pt-BR" sz="4000" dirty="0"/>
              <a:t>Aos anjos guardiães e aos Espíritos protetores</a:t>
            </a:r>
          </a:p>
        </p:txBody>
      </p:sp>
      <p:sp>
        <p:nvSpPr>
          <p:cNvPr id="3" name="Content Placeholder 2">
            <a:extLst>
              <a:ext uri="{FF2B5EF4-FFF2-40B4-BE49-F238E27FC236}">
                <a16:creationId xmlns:a16="http://schemas.microsoft.com/office/drawing/2014/main" id="{CB256D2C-8336-B56D-2758-08F027614B3B}"/>
              </a:ext>
            </a:extLst>
          </p:cNvPr>
          <p:cNvSpPr>
            <a:spLocks noGrp="1"/>
          </p:cNvSpPr>
          <p:nvPr>
            <p:ph idx="1"/>
          </p:nvPr>
        </p:nvSpPr>
        <p:spPr/>
        <p:txBody>
          <a:bodyPr>
            <a:normAutofit/>
          </a:bodyPr>
          <a:lstStyle/>
          <a:p>
            <a:pPr marL="0" indent="0">
              <a:buNone/>
            </a:pPr>
            <a:r>
              <a:rPr lang="pt-BR" sz="2800" dirty="0"/>
              <a:t>	Os Espíritos sedutores se esforçam por nos afastar das veredas do bem, sugerindo-nos maus pensamentos. Aproveitam-se de todas as nossas fraquezas, como de outras tantas portas abertas, que lhes facultam acesso à nossa alma. Alguns há que se nos aferram, como a uma presa, mas que </a:t>
            </a:r>
            <a:r>
              <a:rPr lang="pt-BR" sz="2800" i="1" dirty="0"/>
              <a:t>se afastam, em se reconhecendo impotentes para lutar contra a nossa vontade.</a:t>
            </a:r>
          </a:p>
        </p:txBody>
      </p:sp>
    </p:spTree>
    <p:extLst>
      <p:ext uri="{BB962C8B-B14F-4D97-AF65-F5344CB8AC3E}">
        <p14:creationId xmlns:p14="http://schemas.microsoft.com/office/powerpoint/2010/main" val="3879654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D5732-1D04-6A7C-1C64-F307A9898AEA}"/>
              </a:ext>
            </a:extLst>
          </p:cNvPr>
          <p:cNvSpPr>
            <a:spLocks noGrp="1"/>
          </p:cNvSpPr>
          <p:nvPr>
            <p:ph type="title"/>
          </p:nvPr>
        </p:nvSpPr>
        <p:spPr/>
        <p:txBody>
          <a:bodyPr>
            <a:noAutofit/>
          </a:bodyPr>
          <a:lstStyle/>
          <a:p>
            <a:r>
              <a:rPr lang="pt-BR" sz="4000" dirty="0"/>
              <a:t>Aos anjos guardiães e aos Espíritos protetores</a:t>
            </a:r>
          </a:p>
        </p:txBody>
      </p:sp>
      <p:sp>
        <p:nvSpPr>
          <p:cNvPr id="3" name="Content Placeholder 2">
            <a:extLst>
              <a:ext uri="{FF2B5EF4-FFF2-40B4-BE49-F238E27FC236}">
                <a16:creationId xmlns:a16="http://schemas.microsoft.com/office/drawing/2014/main" id="{CB256D2C-8336-B56D-2758-08F027614B3B}"/>
              </a:ext>
            </a:extLst>
          </p:cNvPr>
          <p:cNvSpPr>
            <a:spLocks noGrp="1"/>
          </p:cNvSpPr>
          <p:nvPr>
            <p:ph idx="1"/>
          </p:nvPr>
        </p:nvSpPr>
        <p:spPr/>
        <p:txBody>
          <a:bodyPr>
            <a:normAutofit fontScale="85000" lnSpcReduction="20000"/>
          </a:bodyPr>
          <a:lstStyle/>
          <a:p>
            <a:pPr marL="0" indent="0">
              <a:buNone/>
            </a:pPr>
            <a:r>
              <a:rPr lang="pt-BR" sz="2800" dirty="0"/>
              <a:t>	Deus, em o nosso anjo guardião, nos deu um guia principal e superior e, nos Espíritos protetores e familiares, guias secundários. Fora erro, porém, acreditarmos que forçosamente, temos um mau gênio ao nosso lado, para contrabalançar as boas influências que sobre nós se exerçam. Os maus Espíritos acorrem voluntariamente, desde que achem meio de assumir predomínio sobre nós, ou pela nossa fraqueza, ou pela negligência que ponhamos em seguir as inspirações dos bons Espíritos. Somos nós, portanto, que os atraímos. Resulta desse fato que jamais nos encontramos privados da assistência dos bons Espíritos e que de nós depende o afastamento dos maus. Sendo, por suas imperfeições, a causa primária das misérias que o afligem, o homem é, as mais das vezes, o seu próprio mau gênio.</a:t>
            </a:r>
            <a:endParaRPr lang="pt-BR" sz="2800" i="1" dirty="0"/>
          </a:p>
        </p:txBody>
      </p:sp>
    </p:spTree>
    <p:extLst>
      <p:ext uri="{BB962C8B-B14F-4D97-AF65-F5344CB8AC3E}">
        <p14:creationId xmlns:p14="http://schemas.microsoft.com/office/powerpoint/2010/main" val="3395936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CE987C-44FA-7DB0-88F0-F98BE9E1BA1B}"/>
              </a:ext>
            </a:extLst>
          </p:cNvPr>
          <p:cNvSpPr>
            <a:spLocks noGrp="1"/>
          </p:cNvSpPr>
          <p:nvPr>
            <p:ph type="title"/>
          </p:nvPr>
        </p:nvSpPr>
        <p:spPr/>
        <p:txBody>
          <a:bodyPr>
            <a:noAutofit/>
          </a:bodyPr>
          <a:lstStyle/>
          <a:p>
            <a:r>
              <a:rPr lang="pt-BR" sz="6600" dirty="0"/>
              <a:t>Pedro na prisão</a:t>
            </a:r>
          </a:p>
        </p:txBody>
      </p:sp>
      <p:sp>
        <p:nvSpPr>
          <p:cNvPr id="5" name="Text Placeholder 4">
            <a:extLst>
              <a:ext uri="{FF2B5EF4-FFF2-40B4-BE49-F238E27FC236}">
                <a16:creationId xmlns:a16="http://schemas.microsoft.com/office/drawing/2014/main" id="{5D34B692-23DD-BEE7-C57C-7B97D74C171C}"/>
              </a:ext>
            </a:extLst>
          </p:cNvPr>
          <p:cNvSpPr>
            <a:spLocks noGrp="1"/>
          </p:cNvSpPr>
          <p:nvPr>
            <p:ph type="body" idx="1"/>
          </p:nvPr>
        </p:nvSpPr>
        <p:spPr/>
        <p:txBody>
          <a:bodyPr/>
          <a:lstStyle/>
          <a:p>
            <a:pPr marL="0" indent="0">
              <a:buNone/>
            </a:pPr>
            <a:r>
              <a:rPr lang="pt-BR" sz="2400" dirty="0"/>
              <a:t>Atos 12:5-11</a:t>
            </a:r>
            <a:endParaRPr lang="en-US" sz="2400" dirty="0"/>
          </a:p>
        </p:txBody>
      </p:sp>
    </p:spTree>
    <p:extLst>
      <p:ext uri="{BB962C8B-B14F-4D97-AF65-F5344CB8AC3E}">
        <p14:creationId xmlns:p14="http://schemas.microsoft.com/office/powerpoint/2010/main" val="2517398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D5732-1D04-6A7C-1C64-F307A9898AEA}"/>
              </a:ext>
            </a:extLst>
          </p:cNvPr>
          <p:cNvSpPr>
            <a:spLocks noGrp="1"/>
          </p:cNvSpPr>
          <p:nvPr>
            <p:ph type="title"/>
          </p:nvPr>
        </p:nvSpPr>
        <p:spPr/>
        <p:txBody>
          <a:bodyPr/>
          <a:lstStyle/>
          <a:p>
            <a:r>
              <a:rPr lang="pt-BR" dirty="0"/>
              <a:t>Pedro na prisão</a:t>
            </a:r>
          </a:p>
        </p:txBody>
      </p:sp>
      <p:sp>
        <p:nvSpPr>
          <p:cNvPr id="3" name="Content Placeholder 2">
            <a:extLst>
              <a:ext uri="{FF2B5EF4-FFF2-40B4-BE49-F238E27FC236}">
                <a16:creationId xmlns:a16="http://schemas.microsoft.com/office/drawing/2014/main" id="{CB256D2C-8336-B56D-2758-08F027614B3B}"/>
              </a:ext>
            </a:extLst>
          </p:cNvPr>
          <p:cNvSpPr>
            <a:spLocks noGrp="1"/>
          </p:cNvSpPr>
          <p:nvPr>
            <p:ph idx="1"/>
          </p:nvPr>
        </p:nvSpPr>
        <p:spPr/>
        <p:txBody>
          <a:bodyPr>
            <a:normAutofit fontScale="92500" lnSpcReduction="10000"/>
          </a:bodyPr>
          <a:lstStyle/>
          <a:p>
            <a:pPr marL="0" indent="0">
              <a:buNone/>
            </a:pPr>
            <a:r>
              <a:rPr lang="pt-BR" sz="2500" dirty="0"/>
              <a:t>5. Pedro, então, ficou detido na prisão, mas a igreja orava intensamente a Deus por ele.</a:t>
            </a:r>
          </a:p>
          <a:p>
            <a:pPr marL="0" indent="0">
              <a:buNone/>
            </a:pPr>
            <a:r>
              <a:rPr lang="pt-BR" sz="2500" dirty="0"/>
              <a:t>6. Na noite anterior ao dia em que Herodes iria submetê-lo a julgamento, Pedro estava dormindo entre dois soldados, preso com duas algemas, e sentinelas montavam guarda à entrada do cárcere.</a:t>
            </a:r>
          </a:p>
          <a:p>
            <a:pPr marL="0" indent="0">
              <a:buNone/>
            </a:pPr>
            <a:r>
              <a:rPr lang="pt-BR" sz="2500" dirty="0"/>
              <a:t>7. Repentinamente apareceu um anjo do Senhor, e uma luz brilhou na cela. Ele tocou no lado de Pedro e o acordou. "Depressa, levante-se! ", disse ele. Então as algemas caíram dos punhos de Pedro.</a:t>
            </a:r>
          </a:p>
          <a:p>
            <a:pPr marL="0" indent="0">
              <a:buNone/>
            </a:pPr>
            <a:r>
              <a:rPr lang="pt-BR" sz="2500" dirty="0"/>
              <a:t>8. O anjo lhe disse: "Vista-se e calce as sandálias". E Pedro assim fez. Disse-lhe ainda o anjo: "Ponha a capa e siga-me".</a:t>
            </a:r>
          </a:p>
        </p:txBody>
      </p:sp>
    </p:spTree>
    <p:extLst>
      <p:ext uri="{BB962C8B-B14F-4D97-AF65-F5344CB8AC3E}">
        <p14:creationId xmlns:p14="http://schemas.microsoft.com/office/powerpoint/2010/main" val="3083615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D5732-1D04-6A7C-1C64-F307A9898AEA}"/>
              </a:ext>
            </a:extLst>
          </p:cNvPr>
          <p:cNvSpPr>
            <a:spLocks noGrp="1"/>
          </p:cNvSpPr>
          <p:nvPr>
            <p:ph type="title"/>
          </p:nvPr>
        </p:nvSpPr>
        <p:spPr/>
        <p:txBody>
          <a:bodyPr/>
          <a:lstStyle/>
          <a:p>
            <a:r>
              <a:rPr lang="pt-BR" dirty="0"/>
              <a:t>Pedro na prisão</a:t>
            </a:r>
          </a:p>
        </p:txBody>
      </p:sp>
      <p:sp>
        <p:nvSpPr>
          <p:cNvPr id="3" name="Content Placeholder 2">
            <a:extLst>
              <a:ext uri="{FF2B5EF4-FFF2-40B4-BE49-F238E27FC236}">
                <a16:creationId xmlns:a16="http://schemas.microsoft.com/office/drawing/2014/main" id="{CB256D2C-8336-B56D-2758-08F027614B3B}"/>
              </a:ext>
            </a:extLst>
          </p:cNvPr>
          <p:cNvSpPr>
            <a:spLocks noGrp="1"/>
          </p:cNvSpPr>
          <p:nvPr>
            <p:ph idx="1"/>
          </p:nvPr>
        </p:nvSpPr>
        <p:spPr/>
        <p:txBody>
          <a:bodyPr>
            <a:normAutofit fontScale="92500"/>
          </a:bodyPr>
          <a:lstStyle/>
          <a:p>
            <a:pPr marL="0" indent="0">
              <a:buNone/>
            </a:pPr>
            <a:r>
              <a:rPr lang="pt-BR" sz="2500" dirty="0"/>
              <a:t>9. E, saindo, Pedro o seguiu, não sabendo que era real o que se fazia por meio do anjo; tudo lhe parecia uma visão.</a:t>
            </a:r>
          </a:p>
          <a:p>
            <a:pPr marL="0" indent="0">
              <a:buNone/>
            </a:pPr>
            <a:r>
              <a:rPr lang="pt-BR" sz="2500" dirty="0"/>
              <a:t>10. Passaram a primeira e a segunda guarda, e chegaram ao portão de ferro que dava para a cidade. Este se abriu por si mesmo para eles, e passaram. Tendo saído, caminharam ao longo de uma rua, e de repente, o anjo o deixou.</a:t>
            </a:r>
          </a:p>
          <a:p>
            <a:pPr marL="0" indent="0">
              <a:buNone/>
            </a:pPr>
            <a:r>
              <a:rPr lang="pt-BR" sz="2500" dirty="0"/>
              <a:t>11. Então Pedro caiu em si e disse: "Agora sei, sem nenhuma dúvida, que o Senhor enviou o seu anjo e me libertou das mãos de Herodes e de tudo o que o povo judeu esperava".</a:t>
            </a:r>
          </a:p>
          <a:p>
            <a:pPr marL="0" indent="0" algn="r">
              <a:buNone/>
            </a:pPr>
            <a:r>
              <a:rPr lang="pt-BR" sz="2600" dirty="0"/>
              <a:t>Atos 12:5-11</a:t>
            </a:r>
            <a:endParaRPr lang="en-US" sz="2600" dirty="0"/>
          </a:p>
        </p:txBody>
      </p:sp>
    </p:spTree>
    <p:extLst>
      <p:ext uri="{BB962C8B-B14F-4D97-AF65-F5344CB8AC3E}">
        <p14:creationId xmlns:p14="http://schemas.microsoft.com/office/powerpoint/2010/main" val="3908329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tint val="90000"/>
            <a:shade val="97000"/>
            <a:satMod val="130000"/>
          </a:schemeClr>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2C0B2E1-0268-42EC-ABD3-94F81A05B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7D2256B4-48EA-40FC-BBC0-AA1EE6E00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7" name="Straight Connector 16">
            <a:extLst>
              <a:ext uri="{FF2B5EF4-FFF2-40B4-BE49-F238E27FC236}">
                <a16:creationId xmlns:a16="http://schemas.microsoft.com/office/drawing/2014/main" id="{3D44BCCA-102D-4A9D-B1E4-2450CAF0B0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05743"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9" name="Rectangle 18">
            <a:extLst>
              <a:ext uri="{FF2B5EF4-FFF2-40B4-BE49-F238E27FC236}">
                <a16:creationId xmlns:a16="http://schemas.microsoft.com/office/drawing/2014/main" id="{8C6E698C-8155-4B8B-BDC9-B7299772B5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B78E0DD7-43AA-EEBB-E346-9568CB471271}"/>
              </a:ext>
            </a:extLst>
          </p:cNvPr>
          <p:cNvSpPr>
            <a:spLocks noGrp="1"/>
          </p:cNvSpPr>
          <p:nvPr>
            <p:ph type="title"/>
          </p:nvPr>
        </p:nvSpPr>
        <p:spPr>
          <a:xfrm>
            <a:off x="3261714" y="643467"/>
            <a:ext cx="5379365" cy="5054008"/>
          </a:xfrm>
        </p:spPr>
        <p:txBody>
          <a:bodyPr vert="horz" lIns="91440" tIns="45720" rIns="91440" bIns="45720" rtlCol="0" anchor="ctr">
            <a:normAutofit/>
          </a:bodyPr>
          <a:lstStyle/>
          <a:p>
            <a:r>
              <a:rPr lang="en-US" sz="5700" i="1" dirty="0">
                <a:solidFill>
                  <a:schemeClr val="tx2"/>
                </a:solidFill>
              </a:rPr>
              <a:t>Por que </a:t>
            </a:r>
            <a:r>
              <a:rPr lang="en-US" sz="5700" i="1" dirty="0" err="1">
                <a:solidFill>
                  <a:schemeClr val="tx2"/>
                </a:solidFill>
              </a:rPr>
              <a:t>nosso</a:t>
            </a:r>
            <a:r>
              <a:rPr lang="en-US" sz="5700" i="1" dirty="0">
                <a:solidFill>
                  <a:schemeClr val="tx2"/>
                </a:solidFill>
              </a:rPr>
              <a:t> </a:t>
            </a:r>
            <a:r>
              <a:rPr lang="en-US" sz="5700" i="1" dirty="0" err="1">
                <a:solidFill>
                  <a:schemeClr val="tx2"/>
                </a:solidFill>
              </a:rPr>
              <a:t>anjo</a:t>
            </a:r>
            <a:r>
              <a:rPr lang="en-US" sz="5700" i="1" dirty="0">
                <a:solidFill>
                  <a:schemeClr val="tx2"/>
                </a:solidFill>
              </a:rPr>
              <a:t> da </a:t>
            </a:r>
            <a:r>
              <a:rPr lang="en-US" sz="5700" i="1" dirty="0" err="1">
                <a:solidFill>
                  <a:schemeClr val="tx2"/>
                </a:solidFill>
              </a:rPr>
              <a:t>guarda</a:t>
            </a:r>
            <a:r>
              <a:rPr lang="en-US" sz="5700" i="1" dirty="0">
                <a:solidFill>
                  <a:schemeClr val="tx2"/>
                </a:solidFill>
              </a:rPr>
              <a:t> se </a:t>
            </a:r>
            <a:r>
              <a:rPr lang="en-US" sz="5700" i="1" dirty="0" err="1">
                <a:solidFill>
                  <a:schemeClr val="tx2"/>
                </a:solidFill>
              </a:rPr>
              <a:t>esconde</a:t>
            </a:r>
            <a:r>
              <a:rPr lang="en-US" sz="5700" i="1" dirty="0">
                <a:solidFill>
                  <a:schemeClr val="tx2"/>
                </a:solidFill>
              </a:rPr>
              <a:t>?</a:t>
            </a:r>
          </a:p>
        </p:txBody>
      </p:sp>
      <p:cxnSp>
        <p:nvCxnSpPr>
          <p:cNvPr id="21" name="Straight Connector 20">
            <a:extLst>
              <a:ext uri="{FF2B5EF4-FFF2-40B4-BE49-F238E27FC236}">
                <a16:creationId xmlns:a16="http://schemas.microsoft.com/office/drawing/2014/main" id="{09525C9A-1972-4836-BA7A-706C946EF4D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31539" y="1570271"/>
            <a:ext cx="0" cy="3200400"/>
          </a:xfrm>
          <a:prstGeom prst="line">
            <a:avLst/>
          </a:prstGeom>
          <a:ln w="31750">
            <a:solidFill>
              <a:schemeClr val="accent2"/>
            </a:solidFill>
            <a:miter lim="800000"/>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A05250E5-90D0-4E41-B9BD-FF661DE540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6336792"/>
            <a:ext cx="9141619" cy="521208"/>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438380586"/>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CE987C-44FA-7DB0-88F0-F98BE9E1BA1B}"/>
              </a:ext>
            </a:extLst>
          </p:cNvPr>
          <p:cNvSpPr>
            <a:spLocks noGrp="1"/>
          </p:cNvSpPr>
          <p:nvPr>
            <p:ph type="title"/>
          </p:nvPr>
        </p:nvSpPr>
        <p:spPr/>
        <p:txBody>
          <a:bodyPr>
            <a:noAutofit/>
          </a:bodyPr>
          <a:lstStyle/>
          <a:p>
            <a:r>
              <a:rPr lang="pt-BR" sz="4000" dirty="0"/>
              <a:t>Anjos guardiães. Espíritos protetores, familiares ou simpáticos.</a:t>
            </a:r>
          </a:p>
        </p:txBody>
      </p:sp>
      <p:sp>
        <p:nvSpPr>
          <p:cNvPr id="5" name="Text Placeholder 4">
            <a:extLst>
              <a:ext uri="{FF2B5EF4-FFF2-40B4-BE49-F238E27FC236}">
                <a16:creationId xmlns:a16="http://schemas.microsoft.com/office/drawing/2014/main" id="{5D34B692-23DD-BEE7-C57C-7B97D74C171C}"/>
              </a:ext>
            </a:extLst>
          </p:cNvPr>
          <p:cNvSpPr>
            <a:spLocks noGrp="1"/>
          </p:cNvSpPr>
          <p:nvPr>
            <p:ph type="body" idx="1"/>
          </p:nvPr>
        </p:nvSpPr>
        <p:spPr/>
        <p:txBody>
          <a:bodyPr/>
          <a:lstStyle/>
          <a:p>
            <a:r>
              <a:rPr lang="pt-BR" dirty="0"/>
              <a:t>O Livro dos Espíritos, parte 2ª, cap. IX</a:t>
            </a:r>
          </a:p>
        </p:txBody>
      </p:sp>
    </p:spTree>
    <p:extLst>
      <p:ext uri="{BB962C8B-B14F-4D97-AF65-F5344CB8AC3E}">
        <p14:creationId xmlns:p14="http://schemas.microsoft.com/office/powerpoint/2010/main" val="42190211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D5732-1D04-6A7C-1C64-F307A9898AEA}"/>
              </a:ext>
            </a:extLst>
          </p:cNvPr>
          <p:cNvSpPr>
            <a:spLocks noGrp="1"/>
          </p:cNvSpPr>
          <p:nvPr>
            <p:ph type="title"/>
          </p:nvPr>
        </p:nvSpPr>
        <p:spPr/>
        <p:txBody>
          <a:bodyPr>
            <a:noAutofit/>
          </a:bodyPr>
          <a:lstStyle/>
          <a:p>
            <a:r>
              <a:rPr lang="pt-BR" sz="4000" dirty="0"/>
              <a:t>Anjos guardiães. Espíritos protetores, familiares ou simpáticos.</a:t>
            </a:r>
          </a:p>
        </p:txBody>
      </p:sp>
      <p:sp>
        <p:nvSpPr>
          <p:cNvPr id="3" name="Content Placeholder 2">
            <a:extLst>
              <a:ext uri="{FF2B5EF4-FFF2-40B4-BE49-F238E27FC236}">
                <a16:creationId xmlns:a16="http://schemas.microsoft.com/office/drawing/2014/main" id="{CB256D2C-8336-B56D-2758-08F027614B3B}"/>
              </a:ext>
            </a:extLst>
          </p:cNvPr>
          <p:cNvSpPr>
            <a:spLocks noGrp="1"/>
          </p:cNvSpPr>
          <p:nvPr>
            <p:ph idx="1"/>
          </p:nvPr>
        </p:nvSpPr>
        <p:spPr/>
        <p:txBody>
          <a:bodyPr>
            <a:normAutofit fontScale="77500" lnSpcReduction="20000"/>
          </a:bodyPr>
          <a:lstStyle/>
          <a:p>
            <a:pPr marL="0" indent="0">
              <a:buNone/>
            </a:pPr>
            <a:r>
              <a:rPr lang="pt-BR" sz="2800" b="1" dirty="0"/>
              <a:t>501. </a:t>
            </a:r>
            <a:r>
              <a:rPr lang="pt-BR" sz="2800" i="1" dirty="0"/>
              <a:t>Por que é oculta a ação dos Espíritos sobre a nossa existência e por que, quando nos protegem, não o fazem de modo ostensivo?</a:t>
            </a:r>
          </a:p>
          <a:p>
            <a:pPr marL="0" indent="0">
              <a:buNone/>
            </a:pPr>
            <a:r>
              <a:rPr lang="pt-BR" sz="2800" dirty="0"/>
              <a:t>	      “Se vos fosse dado contar sempre com a ação deles, não obraríeis por vós mesmos e o vosso Espírito não progrediria. Para que este possa adiantar-se, precisa de experiência, adquirindo-a frequentemente à sua custa. É necessário que exercite suas forças, sem o que seria como a criança a quem não consentem que ande sozinha. A ação dos Espíritos que vos querem bem é sempre regulada de maneira que não vos tolha o livre-arbítrio, porquanto, se não tivésseis responsabilidade, não avançaríeis na senda que vos há de conduzir a Deus. Não vendo quem o ampara, o homem se confia às suas próprias forças. Sobre ele, entretanto, vela o seu guia e, de tempos a tempos, lhe brada, advertindo-o do perigo.”</a:t>
            </a:r>
          </a:p>
        </p:txBody>
      </p:sp>
    </p:spTree>
    <p:extLst>
      <p:ext uri="{BB962C8B-B14F-4D97-AF65-F5344CB8AC3E}">
        <p14:creationId xmlns:p14="http://schemas.microsoft.com/office/powerpoint/2010/main" val="4066739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D5732-1D04-6A7C-1C64-F307A9898AEA}"/>
              </a:ext>
            </a:extLst>
          </p:cNvPr>
          <p:cNvSpPr>
            <a:spLocks noGrp="1"/>
          </p:cNvSpPr>
          <p:nvPr>
            <p:ph type="title"/>
          </p:nvPr>
        </p:nvSpPr>
        <p:spPr/>
        <p:txBody>
          <a:bodyPr>
            <a:noAutofit/>
          </a:bodyPr>
          <a:lstStyle/>
          <a:p>
            <a:r>
              <a:rPr lang="pt-BR" sz="4000" dirty="0"/>
              <a:t>Anjos guardiães. Espíritos protetores, familiares ou simpáticos.</a:t>
            </a:r>
          </a:p>
        </p:txBody>
      </p:sp>
      <p:sp>
        <p:nvSpPr>
          <p:cNvPr id="3" name="Content Placeholder 2">
            <a:extLst>
              <a:ext uri="{FF2B5EF4-FFF2-40B4-BE49-F238E27FC236}">
                <a16:creationId xmlns:a16="http://schemas.microsoft.com/office/drawing/2014/main" id="{CB256D2C-8336-B56D-2758-08F027614B3B}"/>
              </a:ext>
            </a:extLst>
          </p:cNvPr>
          <p:cNvSpPr>
            <a:spLocks noGrp="1"/>
          </p:cNvSpPr>
          <p:nvPr>
            <p:ph idx="1"/>
          </p:nvPr>
        </p:nvSpPr>
        <p:spPr/>
        <p:txBody>
          <a:bodyPr>
            <a:normAutofit/>
          </a:bodyPr>
          <a:lstStyle/>
          <a:p>
            <a:pPr marL="0" indent="0">
              <a:buNone/>
            </a:pPr>
            <a:r>
              <a:rPr lang="pt-BR" sz="2800" dirty="0"/>
              <a:t>(</a:t>
            </a:r>
            <a:r>
              <a:rPr lang="pt-BR" sz="2800" i="1" dirty="0"/>
              <a:t>Comentário de Kardec)</a:t>
            </a:r>
          </a:p>
          <a:p>
            <a:pPr>
              <a:buFont typeface="Arial" panose="020B0604020202020204" pitchFamily="34" charset="0"/>
              <a:buChar char="•"/>
            </a:pPr>
            <a:r>
              <a:rPr lang="pt-BR" sz="2400" dirty="0"/>
              <a:t>O </a:t>
            </a:r>
            <a:r>
              <a:rPr lang="pt-BR" sz="2400" b="1" dirty="0"/>
              <a:t>Espírito protetor</a:t>
            </a:r>
            <a:r>
              <a:rPr lang="pt-BR" sz="2400" dirty="0"/>
              <a:t>, </a:t>
            </a:r>
            <a:r>
              <a:rPr lang="pt-BR" sz="2400" b="1" dirty="0"/>
              <a:t>anjo de guarda</a:t>
            </a:r>
            <a:r>
              <a:rPr lang="pt-BR" sz="2400" dirty="0"/>
              <a:t>, ou </a:t>
            </a:r>
            <a:r>
              <a:rPr lang="pt-BR" sz="2400" b="1" dirty="0"/>
              <a:t>bom gênio </a:t>
            </a:r>
            <a:r>
              <a:rPr lang="pt-BR" sz="2400" dirty="0"/>
              <a:t>é o que tem por missão acompanhar o homem na vida e ajudá-lo a progredir. É sempre de natureza superior, com relação ao protegido.</a:t>
            </a:r>
            <a:endParaRPr lang="pt-BR" sz="2800" i="1" dirty="0"/>
          </a:p>
        </p:txBody>
      </p:sp>
    </p:spTree>
    <p:extLst>
      <p:ext uri="{BB962C8B-B14F-4D97-AF65-F5344CB8AC3E}">
        <p14:creationId xmlns:p14="http://schemas.microsoft.com/office/powerpoint/2010/main" val="38384801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D5732-1D04-6A7C-1C64-F307A9898AEA}"/>
              </a:ext>
            </a:extLst>
          </p:cNvPr>
          <p:cNvSpPr>
            <a:spLocks noGrp="1"/>
          </p:cNvSpPr>
          <p:nvPr>
            <p:ph type="title"/>
          </p:nvPr>
        </p:nvSpPr>
        <p:spPr/>
        <p:txBody>
          <a:bodyPr>
            <a:noAutofit/>
          </a:bodyPr>
          <a:lstStyle/>
          <a:p>
            <a:r>
              <a:rPr lang="pt-BR" sz="4000" dirty="0"/>
              <a:t>Anjos guardiães. Espíritos protetores, familiares ou simpáticos.</a:t>
            </a:r>
          </a:p>
        </p:txBody>
      </p:sp>
      <p:sp>
        <p:nvSpPr>
          <p:cNvPr id="3" name="Content Placeholder 2">
            <a:extLst>
              <a:ext uri="{FF2B5EF4-FFF2-40B4-BE49-F238E27FC236}">
                <a16:creationId xmlns:a16="http://schemas.microsoft.com/office/drawing/2014/main" id="{CB256D2C-8336-B56D-2758-08F027614B3B}"/>
              </a:ext>
            </a:extLst>
          </p:cNvPr>
          <p:cNvSpPr>
            <a:spLocks noGrp="1"/>
          </p:cNvSpPr>
          <p:nvPr>
            <p:ph idx="1"/>
          </p:nvPr>
        </p:nvSpPr>
        <p:spPr/>
        <p:txBody>
          <a:bodyPr>
            <a:normAutofit/>
          </a:bodyPr>
          <a:lstStyle/>
          <a:p>
            <a:pPr marL="0" indent="0">
              <a:buNone/>
            </a:pPr>
            <a:r>
              <a:rPr lang="pt-BR" sz="2800" dirty="0"/>
              <a:t>(</a:t>
            </a:r>
            <a:r>
              <a:rPr lang="pt-BR" sz="2800" i="1" dirty="0"/>
              <a:t>Comentário de Kardec)</a:t>
            </a:r>
          </a:p>
          <a:p>
            <a:pPr>
              <a:buFont typeface="Arial" panose="020B0604020202020204" pitchFamily="34" charset="0"/>
              <a:buChar char="•"/>
            </a:pPr>
            <a:r>
              <a:rPr lang="pt-BR" sz="2400" dirty="0"/>
              <a:t>Os </a:t>
            </a:r>
            <a:r>
              <a:rPr lang="pt-BR" sz="2400" b="1" dirty="0"/>
              <a:t>Espíritos familiares </a:t>
            </a:r>
            <a:r>
              <a:rPr lang="pt-BR" sz="2400" dirty="0"/>
              <a:t>se ligam a certas pessoas por laços mais ou menos duráveis, com o fim de lhes serem úteis, dentro dos limites do poder, quase sempre muito restrito, de que dispõem. São bons, porém muitas vezes pouco adiantados e mesmo um tanto levianos. Ocupam-se de boa mente com as particularidades da vida íntima e só atuam por ordem ou com permissão  dos Espíritos protetores.</a:t>
            </a:r>
          </a:p>
        </p:txBody>
      </p:sp>
    </p:spTree>
    <p:extLst>
      <p:ext uri="{BB962C8B-B14F-4D97-AF65-F5344CB8AC3E}">
        <p14:creationId xmlns:p14="http://schemas.microsoft.com/office/powerpoint/2010/main" val="2016401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D5732-1D04-6A7C-1C64-F307A9898AEA}"/>
              </a:ext>
            </a:extLst>
          </p:cNvPr>
          <p:cNvSpPr>
            <a:spLocks noGrp="1"/>
          </p:cNvSpPr>
          <p:nvPr>
            <p:ph type="title"/>
          </p:nvPr>
        </p:nvSpPr>
        <p:spPr/>
        <p:txBody>
          <a:bodyPr>
            <a:noAutofit/>
          </a:bodyPr>
          <a:lstStyle/>
          <a:p>
            <a:r>
              <a:rPr lang="pt-BR" sz="4000" dirty="0"/>
              <a:t>Anjos guardiães. Espíritos protetores, familiares ou simpáticos.</a:t>
            </a:r>
          </a:p>
        </p:txBody>
      </p:sp>
      <p:sp>
        <p:nvSpPr>
          <p:cNvPr id="3" name="Content Placeholder 2">
            <a:extLst>
              <a:ext uri="{FF2B5EF4-FFF2-40B4-BE49-F238E27FC236}">
                <a16:creationId xmlns:a16="http://schemas.microsoft.com/office/drawing/2014/main" id="{CB256D2C-8336-B56D-2758-08F027614B3B}"/>
              </a:ext>
            </a:extLst>
          </p:cNvPr>
          <p:cNvSpPr>
            <a:spLocks noGrp="1"/>
          </p:cNvSpPr>
          <p:nvPr>
            <p:ph idx="1"/>
          </p:nvPr>
        </p:nvSpPr>
        <p:spPr/>
        <p:txBody>
          <a:bodyPr>
            <a:normAutofit/>
          </a:bodyPr>
          <a:lstStyle/>
          <a:p>
            <a:pPr marL="0" indent="0">
              <a:buNone/>
            </a:pPr>
            <a:r>
              <a:rPr lang="pt-BR" sz="2800" dirty="0"/>
              <a:t>(</a:t>
            </a:r>
            <a:r>
              <a:rPr lang="pt-BR" sz="2800" i="1" dirty="0"/>
              <a:t>Comentário de Kardec)</a:t>
            </a:r>
          </a:p>
          <a:p>
            <a:pPr>
              <a:buFont typeface="Arial" panose="020B0604020202020204" pitchFamily="34" charset="0"/>
              <a:buChar char="•"/>
            </a:pPr>
            <a:r>
              <a:rPr lang="pt-BR" sz="2400" dirty="0"/>
              <a:t>Os </a:t>
            </a:r>
            <a:r>
              <a:rPr lang="pt-BR" sz="2400" b="1" dirty="0"/>
              <a:t>Espíritos simpáticos</a:t>
            </a:r>
            <a:r>
              <a:rPr lang="pt-BR" sz="2400" dirty="0"/>
              <a:t> são os que se sentem atraídos para o nosso lado por afeições particulares e ainda por uma certa semelhança de gostos e de sentimentos, tanto para o bem como para o mal. De ordinário, a duração de suas relações se acha subordinada às circunstâncias.</a:t>
            </a:r>
          </a:p>
        </p:txBody>
      </p:sp>
    </p:spTree>
    <p:extLst>
      <p:ext uri="{BB962C8B-B14F-4D97-AF65-F5344CB8AC3E}">
        <p14:creationId xmlns:p14="http://schemas.microsoft.com/office/powerpoint/2010/main" val="23077775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tint val="90000"/>
            <a:shade val="97000"/>
            <a:satMod val="130000"/>
          </a:schemeClr>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2C0B2E1-0268-42EC-ABD3-94F81A05BC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a:extLst>
              <a:ext uri="{FF2B5EF4-FFF2-40B4-BE49-F238E27FC236}">
                <a16:creationId xmlns:a16="http://schemas.microsoft.com/office/drawing/2014/main" id="{7D2256B4-48EA-40FC-BBC0-AA1EE6E00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7" name="Straight Connector 16">
            <a:extLst>
              <a:ext uri="{FF2B5EF4-FFF2-40B4-BE49-F238E27FC236}">
                <a16:creationId xmlns:a16="http://schemas.microsoft.com/office/drawing/2014/main" id="{3D44BCCA-102D-4A9D-B1E4-2450CAF0B0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05743"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useBgFill="1">
        <p:nvSpPr>
          <p:cNvPr id="19" name="Rectangle 18">
            <a:extLst>
              <a:ext uri="{FF2B5EF4-FFF2-40B4-BE49-F238E27FC236}">
                <a16:creationId xmlns:a16="http://schemas.microsoft.com/office/drawing/2014/main" id="{8C6E698C-8155-4B8B-BDC9-B7299772B5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B78E0DD7-43AA-EEBB-E346-9568CB471271}"/>
              </a:ext>
            </a:extLst>
          </p:cNvPr>
          <p:cNvSpPr>
            <a:spLocks noGrp="1"/>
          </p:cNvSpPr>
          <p:nvPr>
            <p:ph type="title"/>
          </p:nvPr>
        </p:nvSpPr>
        <p:spPr>
          <a:xfrm>
            <a:off x="3261714" y="643467"/>
            <a:ext cx="5379365" cy="5054008"/>
          </a:xfrm>
        </p:spPr>
        <p:txBody>
          <a:bodyPr vert="horz" lIns="91440" tIns="45720" rIns="91440" bIns="45720" rtlCol="0" anchor="ctr">
            <a:normAutofit/>
          </a:bodyPr>
          <a:lstStyle/>
          <a:p>
            <a:r>
              <a:rPr lang="en-US" sz="5700" i="1" dirty="0">
                <a:solidFill>
                  <a:schemeClr val="tx2"/>
                </a:solidFill>
              </a:rPr>
              <a:t>Como </a:t>
            </a:r>
            <a:r>
              <a:rPr lang="en-US" sz="5700" i="1" dirty="0" err="1">
                <a:solidFill>
                  <a:schemeClr val="tx2"/>
                </a:solidFill>
              </a:rPr>
              <a:t>orar</a:t>
            </a:r>
            <a:r>
              <a:rPr lang="en-US" sz="5700" i="1" dirty="0">
                <a:solidFill>
                  <a:schemeClr val="tx2"/>
                </a:solidFill>
              </a:rPr>
              <a:t> para </a:t>
            </a:r>
            <a:r>
              <a:rPr lang="en-US" sz="5700" i="1" dirty="0" err="1">
                <a:solidFill>
                  <a:schemeClr val="tx2"/>
                </a:solidFill>
              </a:rPr>
              <a:t>nosso</a:t>
            </a:r>
            <a:r>
              <a:rPr lang="en-US" sz="5700" i="1" dirty="0">
                <a:solidFill>
                  <a:schemeClr val="tx2"/>
                </a:solidFill>
              </a:rPr>
              <a:t> </a:t>
            </a:r>
            <a:r>
              <a:rPr lang="en-US" sz="5700" i="1" dirty="0" err="1">
                <a:solidFill>
                  <a:schemeClr val="tx2"/>
                </a:solidFill>
              </a:rPr>
              <a:t>anjo</a:t>
            </a:r>
            <a:r>
              <a:rPr lang="en-US" sz="5700" i="1" dirty="0">
                <a:solidFill>
                  <a:schemeClr val="tx2"/>
                </a:solidFill>
              </a:rPr>
              <a:t> da </a:t>
            </a:r>
            <a:r>
              <a:rPr lang="en-US" sz="5700" i="1" dirty="0" err="1">
                <a:solidFill>
                  <a:schemeClr val="tx2"/>
                </a:solidFill>
              </a:rPr>
              <a:t>guarda</a:t>
            </a:r>
            <a:r>
              <a:rPr lang="en-US" sz="5700" i="1" dirty="0">
                <a:solidFill>
                  <a:schemeClr val="tx2"/>
                </a:solidFill>
              </a:rPr>
              <a:t>?</a:t>
            </a:r>
          </a:p>
        </p:txBody>
      </p:sp>
      <p:cxnSp>
        <p:nvCxnSpPr>
          <p:cNvPr id="21" name="Straight Connector 20">
            <a:extLst>
              <a:ext uri="{FF2B5EF4-FFF2-40B4-BE49-F238E27FC236}">
                <a16:creationId xmlns:a16="http://schemas.microsoft.com/office/drawing/2014/main" id="{09525C9A-1972-4836-BA7A-706C946EF4D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031539" y="1570271"/>
            <a:ext cx="0" cy="3200400"/>
          </a:xfrm>
          <a:prstGeom prst="line">
            <a:avLst/>
          </a:prstGeom>
          <a:ln w="31750">
            <a:solidFill>
              <a:schemeClr val="accent2"/>
            </a:solidFill>
            <a:miter lim="800000"/>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A05250E5-90D0-4E41-B9BD-FF661DE540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81" y="6336792"/>
            <a:ext cx="9141619" cy="521208"/>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31358535"/>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CE987C-44FA-7DB0-88F0-F98BE9E1BA1B}"/>
              </a:ext>
            </a:extLst>
          </p:cNvPr>
          <p:cNvSpPr>
            <a:spLocks noGrp="1"/>
          </p:cNvSpPr>
          <p:nvPr>
            <p:ph type="title"/>
          </p:nvPr>
        </p:nvSpPr>
        <p:spPr/>
        <p:txBody>
          <a:bodyPr>
            <a:noAutofit/>
          </a:bodyPr>
          <a:lstStyle/>
          <a:p>
            <a:r>
              <a:rPr lang="pt-BR" sz="4000" dirty="0"/>
              <a:t>Aos anjos guardiães e aos Espíritos protetores</a:t>
            </a:r>
          </a:p>
        </p:txBody>
      </p:sp>
      <p:sp>
        <p:nvSpPr>
          <p:cNvPr id="5" name="Text Placeholder 4">
            <a:extLst>
              <a:ext uri="{FF2B5EF4-FFF2-40B4-BE49-F238E27FC236}">
                <a16:creationId xmlns:a16="http://schemas.microsoft.com/office/drawing/2014/main" id="{5D34B692-23DD-BEE7-C57C-7B97D74C171C}"/>
              </a:ext>
            </a:extLst>
          </p:cNvPr>
          <p:cNvSpPr>
            <a:spLocks noGrp="1"/>
          </p:cNvSpPr>
          <p:nvPr>
            <p:ph type="body" idx="1"/>
          </p:nvPr>
        </p:nvSpPr>
        <p:spPr/>
        <p:txBody>
          <a:bodyPr/>
          <a:lstStyle/>
          <a:p>
            <a:r>
              <a:rPr lang="pt-BR" dirty="0"/>
              <a:t>O Evangelho Segundo o Espiritismo, cap. XXVIII, item 11</a:t>
            </a:r>
          </a:p>
        </p:txBody>
      </p:sp>
    </p:spTree>
    <p:extLst>
      <p:ext uri="{BB962C8B-B14F-4D97-AF65-F5344CB8AC3E}">
        <p14:creationId xmlns:p14="http://schemas.microsoft.com/office/powerpoint/2010/main" val="5305556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D5732-1D04-6A7C-1C64-F307A9898AEA}"/>
              </a:ext>
            </a:extLst>
          </p:cNvPr>
          <p:cNvSpPr>
            <a:spLocks noGrp="1"/>
          </p:cNvSpPr>
          <p:nvPr>
            <p:ph type="title"/>
          </p:nvPr>
        </p:nvSpPr>
        <p:spPr/>
        <p:txBody>
          <a:bodyPr>
            <a:noAutofit/>
          </a:bodyPr>
          <a:lstStyle/>
          <a:p>
            <a:r>
              <a:rPr lang="pt-BR" sz="4000" dirty="0"/>
              <a:t>Aos anjos guardiães e aos Espíritos protetores</a:t>
            </a:r>
          </a:p>
        </p:txBody>
      </p:sp>
      <p:sp>
        <p:nvSpPr>
          <p:cNvPr id="3" name="Content Placeholder 2">
            <a:extLst>
              <a:ext uri="{FF2B5EF4-FFF2-40B4-BE49-F238E27FC236}">
                <a16:creationId xmlns:a16="http://schemas.microsoft.com/office/drawing/2014/main" id="{CB256D2C-8336-B56D-2758-08F027614B3B}"/>
              </a:ext>
            </a:extLst>
          </p:cNvPr>
          <p:cNvSpPr>
            <a:spLocks noGrp="1"/>
          </p:cNvSpPr>
          <p:nvPr>
            <p:ph idx="1"/>
          </p:nvPr>
        </p:nvSpPr>
        <p:spPr/>
        <p:txBody>
          <a:bodyPr>
            <a:normAutofit/>
          </a:bodyPr>
          <a:lstStyle/>
          <a:p>
            <a:pPr marL="0" indent="0">
              <a:buNone/>
            </a:pPr>
            <a:r>
              <a:rPr lang="pt-BR" sz="2800" dirty="0"/>
              <a:t>	A prece aos anjos guardiães e aos Espíritos protetores deve ter por objeto solicitar-lhes a </a:t>
            </a:r>
            <a:r>
              <a:rPr lang="pt-BR" sz="2800" b="1" dirty="0"/>
              <a:t>intercessão junto de Deus</a:t>
            </a:r>
            <a:r>
              <a:rPr lang="pt-BR" sz="2800" dirty="0"/>
              <a:t>, pedir-lhes a </a:t>
            </a:r>
            <a:r>
              <a:rPr lang="pt-BR" sz="2800" b="1" dirty="0"/>
              <a:t>força de resistir às más sugestões</a:t>
            </a:r>
            <a:r>
              <a:rPr lang="pt-BR" sz="2800" dirty="0"/>
              <a:t> e que nos assistam nas </a:t>
            </a:r>
            <a:r>
              <a:rPr lang="pt-BR" sz="2800" b="1" dirty="0"/>
              <a:t>contingências da vida</a:t>
            </a:r>
            <a:r>
              <a:rPr lang="pt-BR" sz="2800" dirty="0"/>
              <a:t>.</a:t>
            </a:r>
            <a:endParaRPr lang="pt-BR" sz="2800" i="1" dirty="0"/>
          </a:p>
        </p:txBody>
      </p:sp>
    </p:spTree>
    <p:extLst>
      <p:ext uri="{BB962C8B-B14F-4D97-AF65-F5344CB8AC3E}">
        <p14:creationId xmlns:p14="http://schemas.microsoft.com/office/powerpoint/2010/main" val="5743535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D5732-1D04-6A7C-1C64-F307A9898AEA}"/>
              </a:ext>
            </a:extLst>
          </p:cNvPr>
          <p:cNvSpPr>
            <a:spLocks noGrp="1"/>
          </p:cNvSpPr>
          <p:nvPr>
            <p:ph type="title"/>
          </p:nvPr>
        </p:nvSpPr>
        <p:spPr/>
        <p:txBody>
          <a:bodyPr>
            <a:noAutofit/>
          </a:bodyPr>
          <a:lstStyle/>
          <a:p>
            <a:r>
              <a:rPr lang="pt-BR" sz="4000" dirty="0"/>
              <a:t>Aos anjos guardiães e aos Espíritos protetores</a:t>
            </a:r>
          </a:p>
        </p:txBody>
      </p:sp>
      <p:sp>
        <p:nvSpPr>
          <p:cNvPr id="3" name="Content Placeholder 2">
            <a:extLst>
              <a:ext uri="{FF2B5EF4-FFF2-40B4-BE49-F238E27FC236}">
                <a16:creationId xmlns:a16="http://schemas.microsoft.com/office/drawing/2014/main" id="{CB256D2C-8336-B56D-2758-08F027614B3B}"/>
              </a:ext>
            </a:extLst>
          </p:cNvPr>
          <p:cNvSpPr>
            <a:spLocks noGrp="1"/>
          </p:cNvSpPr>
          <p:nvPr>
            <p:ph idx="1"/>
          </p:nvPr>
        </p:nvSpPr>
        <p:spPr/>
        <p:txBody>
          <a:bodyPr>
            <a:normAutofit lnSpcReduction="10000"/>
          </a:bodyPr>
          <a:lstStyle/>
          <a:p>
            <a:pPr marL="0" indent="0">
              <a:buNone/>
            </a:pPr>
            <a:r>
              <a:rPr lang="pt-BR" sz="2800" b="1" dirty="0"/>
              <a:t>12.</a:t>
            </a:r>
            <a:r>
              <a:rPr lang="pt-BR" sz="2800" dirty="0"/>
              <a:t> </a:t>
            </a:r>
            <a:r>
              <a:rPr lang="pt-BR" sz="2800" i="1" dirty="0"/>
              <a:t>Prece</a:t>
            </a:r>
            <a:r>
              <a:rPr lang="pt-BR" sz="2800" dirty="0"/>
              <a:t>. – Espíritos esclarecidos e benevolentes, mensageiros de Deus, que tendes por missão assistir os homens e conduzi-los pelo bom caminho, sustentai-me nas provas desta vida; dai-me a força de suportá-las sem queixumes; livrai-me dos maus pensamentos e fazei que eu não dê entrada a nenhum mau Espírito que queira induzir-me ao mal. Esclarecei a minha consciência com relação aos meus defeitos e tirai-me de sobre os olhos o véu do orgulho, capaz de impedir que eu os perceba e os confesse a mim mesmo.</a:t>
            </a:r>
            <a:endParaRPr lang="pt-BR" sz="2800" i="1" dirty="0"/>
          </a:p>
        </p:txBody>
      </p:sp>
    </p:spTree>
    <p:extLst>
      <p:ext uri="{BB962C8B-B14F-4D97-AF65-F5344CB8AC3E}">
        <p14:creationId xmlns:p14="http://schemas.microsoft.com/office/powerpoint/2010/main" val="14807271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D5732-1D04-6A7C-1C64-F307A9898AEA}"/>
              </a:ext>
            </a:extLst>
          </p:cNvPr>
          <p:cNvSpPr>
            <a:spLocks noGrp="1"/>
          </p:cNvSpPr>
          <p:nvPr>
            <p:ph type="title"/>
          </p:nvPr>
        </p:nvSpPr>
        <p:spPr/>
        <p:txBody>
          <a:bodyPr>
            <a:noAutofit/>
          </a:bodyPr>
          <a:lstStyle/>
          <a:p>
            <a:r>
              <a:rPr lang="pt-BR" sz="4000" dirty="0"/>
              <a:t>Aos anjos guardiães e aos Espíritos protetores</a:t>
            </a:r>
          </a:p>
        </p:txBody>
      </p:sp>
      <p:sp>
        <p:nvSpPr>
          <p:cNvPr id="3" name="Content Placeholder 2">
            <a:extLst>
              <a:ext uri="{FF2B5EF4-FFF2-40B4-BE49-F238E27FC236}">
                <a16:creationId xmlns:a16="http://schemas.microsoft.com/office/drawing/2014/main" id="{CB256D2C-8336-B56D-2758-08F027614B3B}"/>
              </a:ext>
            </a:extLst>
          </p:cNvPr>
          <p:cNvSpPr>
            <a:spLocks noGrp="1"/>
          </p:cNvSpPr>
          <p:nvPr>
            <p:ph idx="1"/>
          </p:nvPr>
        </p:nvSpPr>
        <p:spPr/>
        <p:txBody>
          <a:bodyPr>
            <a:normAutofit/>
          </a:bodyPr>
          <a:lstStyle/>
          <a:p>
            <a:pPr marL="0" indent="0">
              <a:buNone/>
            </a:pPr>
            <a:r>
              <a:rPr lang="pt-BR" sz="2800" dirty="0"/>
              <a:t>	A ti, sobretudo, meu anjo guardião, que mais particularmente velas por mim, e a todos vós, Espíritos protetores, que por mim vos interessais, peço fazerdes que me torne digno da vossa proteção. Conheceis as minhas necessidades; sejam elas atendidas, segundo a vontade de Deus.</a:t>
            </a:r>
            <a:endParaRPr lang="pt-BR" sz="2800" i="1" dirty="0"/>
          </a:p>
        </p:txBody>
      </p:sp>
    </p:spTree>
    <p:extLst>
      <p:ext uri="{BB962C8B-B14F-4D97-AF65-F5344CB8AC3E}">
        <p14:creationId xmlns:p14="http://schemas.microsoft.com/office/powerpoint/2010/main" val="25779766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5089F-6902-AC2E-9C12-F2292CBDC8AB}"/>
              </a:ext>
            </a:extLst>
          </p:cNvPr>
          <p:cNvSpPr>
            <a:spLocks noGrp="1"/>
          </p:cNvSpPr>
          <p:nvPr>
            <p:ph type="ctrTitle"/>
          </p:nvPr>
        </p:nvSpPr>
        <p:spPr/>
        <p:txBody>
          <a:bodyPr>
            <a:normAutofit/>
          </a:bodyPr>
          <a:lstStyle/>
          <a:p>
            <a:r>
              <a:rPr lang="en-US"/>
              <a:t>Espíritos Protetores e Benfeitores</a:t>
            </a:r>
            <a:endParaRPr lang="pt-BR" dirty="0"/>
          </a:p>
        </p:txBody>
      </p:sp>
      <p:sp>
        <p:nvSpPr>
          <p:cNvPr id="3" name="Subtitle 2">
            <a:extLst>
              <a:ext uri="{FF2B5EF4-FFF2-40B4-BE49-F238E27FC236}">
                <a16:creationId xmlns:a16="http://schemas.microsoft.com/office/drawing/2014/main" id="{3EBD7049-2EFF-6F92-5187-40BB6C31BDBC}"/>
              </a:ext>
            </a:extLst>
          </p:cNvPr>
          <p:cNvSpPr>
            <a:spLocks noGrp="1"/>
          </p:cNvSpPr>
          <p:nvPr>
            <p:ph type="subTitle" idx="1"/>
          </p:nvPr>
        </p:nvSpPr>
        <p:spPr/>
        <p:txBody>
          <a:bodyPr/>
          <a:lstStyle/>
          <a:p>
            <a:r>
              <a:rPr lang="en-US" dirty="0"/>
              <a:t>C. E. Emmanuel</a:t>
            </a:r>
          </a:p>
          <a:p>
            <a:r>
              <a:rPr lang="en-US" dirty="0"/>
              <a:t>06/02/2023</a:t>
            </a:r>
          </a:p>
        </p:txBody>
      </p:sp>
    </p:spTree>
    <p:extLst>
      <p:ext uri="{BB962C8B-B14F-4D97-AF65-F5344CB8AC3E}">
        <p14:creationId xmlns:p14="http://schemas.microsoft.com/office/powerpoint/2010/main" val="302967670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45</TotalTime>
  <Words>1456</Words>
  <Application>Microsoft Office PowerPoint</Application>
  <PresentationFormat>On-screen Show (4:3)</PresentationFormat>
  <Paragraphs>56</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Calibri Light</vt:lpstr>
      <vt:lpstr>Retrospect</vt:lpstr>
      <vt:lpstr>Espíritos Protetores e Benfeitores</vt:lpstr>
      <vt:lpstr>Aos anjos guardiães e aos Espíritos protetores</vt:lpstr>
      <vt:lpstr>Aos anjos guardiães e aos Espíritos protetores</vt:lpstr>
      <vt:lpstr>Aos anjos guardiães e aos Espíritos protetores</vt:lpstr>
      <vt:lpstr>Aos anjos guardiães e aos Espíritos protetores</vt:lpstr>
      <vt:lpstr>Aos anjos guardiães e aos Espíritos protetores</vt:lpstr>
      <vt:lpstr>Aos anjos guardiães e aos Espíritos protetores</vt:lpstr>
      <vt:lpstr>Aos anjos guardiães e aos Espíritos protetores</vt:lpstr>
      <vt:lpstr>Pedro na prisão</vt:lpstr>
      <vt:lpstr>Pedro na prisão</vt:lpstr>
      <vt:lpstr>Pedro na prisão</vt:lpstr>
      <vt:lpstr>Por que nosso anjo da guarda se esconde?</vt:lpstr>
      <vt:lpstr>Anjos guardiães. Espíritos protetores, familiares ou simpáticos.</vt:lpstr>
      <vt:lpstr>Anjos guardiães. Espíritos protetores, familiares ou simpáticos.</vt:lpstr>
      <vt:lpstr>Anjos guardiães. Espíritos protetores, familiares ou simpáticos.</vt:lpstr>
      <vt:lpstr>Anjos guardiães. Espíritos protetores, familiares ou simpáticos.</vt:lpstr>
      <vt:lpstr>Anjos guardiães. Espíritos protetores, familiares ou simpáticos.</vt:lpstr>
      <vt:lpstr>Como orar para nosso anjo da guarda?</vt:lpstr>
      <vt:lpstr>Aos anjos guardiães e aos Espíritos protetores</vt:lpstr>
      <vt:lpstr>Aos anjos guardiães e aos Espíritos protetores</vt:lpstr>
      <vt:lpstr>Aos anjos guardiães e aos Espíritos protetores</vt:lpstr>
      <vt:lpstr>Aos anjos guardiães e aos Espíritos protetores</vt:lpstr>
      <vt:lpstr>Espíritos Protetores e Benfeitores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Espíritos Protetores e Benfeitores</dc:title>
  <dc:creator>Gabriel Mendonça</dc:creator>
  <cp:lastModifiedBy>Gabriel Mendonça</cp:lastModifiedBy>
  <cp:revision>15</cp:revision>
  <dcterms:created xsi:type="dcterms:W3CDTF">2023-02-06T01:35:16Z</dcterms:created>
  <dcterms:modified xsi:type="dcterms:W3CDTF">2023-02-06T02:20:25Z</dcterms:modified>
</cp:coreProperties>
</file>